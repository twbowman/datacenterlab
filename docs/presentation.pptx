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Elevator pitch: This is a production-grade datacenter network lab that lets you deploy, configure, monitor, and validate multi-vendor network fabrics using containerized switches. Everything built here works identically in production. The only thing that changes is the inventory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question to pose to the audience. This sets up the entire presentation. Most teams either don't test cross-vendor changes, or they test on one vendor and hope it works on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isn't a new tool — it's a working, integrated, open-source reference architecture. The individual tools (Ansible, Grafana, Prometheus, gNMIc) aren't novel — the integration across vendors is. Vendor docs show single-vendor examples. This project shows the cross-vendor reality including the ugly parts like SR Linux rate limits and OpenConfig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containerized datacenter network running real network operating systems. Demo opportunity: Show ./lab start and ./lab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gNMI is the single transport for config (SET), telemetry (SUBSCRIBE), and validation (GET). OpenConfig for telemetry gives vendor-neutral dashboards. Native YANG for config gives full feature access. Ansible dispatcher pattern auto-routes to vendor-specific roles based on OS detection. Everything is infrastructure-as-code, version controlled.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automation innovation. Walk through how it works. Demo opportunity: Run ansible-playbook -i inventory.yml site.yml and show it configuring interfaces, LLDP, OSPF, BGP, EVPN across all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overlay architecture. Demo opportunity: docker exec clab-gnmi-clos-client1 ping 10.10.100.12 — traffic traverses leaf1 → spine → leaf2 via VXLAN.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Two-tier telemetry approach. Tier 1 OpenConfig for vendor-neutral metrics. Tier 2 native vendor paths for features OpenConfig doesn't cover. Demo: Open Grafana, show Universal Interfaces dashboard, then drill into vendor-specific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 gnmi_validate Ansible module uses pygnmi to query device state via gNMI GET. Compares actual state against expected state from inventory variables. Demo: Run ansible-playbook playbooks/validate.yml, show structured output. Then intentionally break something (shut an interface) and re-run to show failure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differentiator. Migration path: develop in lab, validate, update inventory (device IPs/credentials), run same Ansible playbook against production. Same dashboards, same queries, same validation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Interesting problems solved along the way. The SR Linux rate limit was the trickiest — 60 connections/minute for CPU protection. We batch all operations into single gnmic calls. OpenConfig gaps required a dual-schema approach using the gNMI origin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spec estimated 18 weeks of human effort across 9 phases. With AI-assisted development (Kiro), the project went from first commit to production-ready in ~4 calendar days with 50 commits. AI bridges knowledge gaps across Ansible, gNMI, YANG models, 4 vendor CLIs, Jinja2, Python, Prometheus, Grafana, Docker, and Containerlab. Every change is committed with descriptive conventional commit messages. The git log reads like a changelog, not a wall of WIP. AI handles commit message formatting, pre-commit hook compliance, and push cycle automatically. Key takeaway: AI amplified the ability to execute across multiple technology domains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3-stage GitHub Actions pipeline. Pre-commit hooks enforce all lint + security checks locally before push. Test structure covers unit, property-based, and integration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metrics for the project. Good reference slide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doing a live demo, follow this sequence. All commands need orb -m clab prefix on macOS ARM. The break-and-fix cycle is the most impactful demo moment — shut an interface, show failure detection with remediation hint, then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Anticipated questions:</a:t>
            </a:r>
          </a:p>
          <a:p/>
          <a:p>
            <a:r>
              <a:t>Q: Why not Terraform/Nornir/Napalm?</a:t>
            </a:r>
          </a:p>
          <a:p>
            <a:r>
              <a:t>A: Those focus on config management. This is a complete platform — deployment, config, telemetry, monitoring, and validation in one stack. Ansible chosen for network ops adoption.</a:t>
            </a:r>
          </a:p>
          <a:p/>
          <a:p>
            <a:r>
              <a:t>Q: Why gNMI instead of NETCONF/RESTCONF?</a:t>
            </a:r>
          </a:p>
          <a:p>
            <a:r>
              <a:t>A: gNMI provides streaming telemetry (not just config), uses efficient gRPC/protobuf, and is the industry direction. One protocol for SET, GET, and SUBSCRIBE.</a:t>
            </a:r>
          </a:p>
          <a:p/>
          <a:p>
            <a:r>
              <a:t>Q: Does this scale to production?</a:t>
            </a:r>
          </a:p>
          <a:p>
            <a:r>
              <a:t>A: Yes. Same playbooks, dashboards, subscriptions. Prometheus and gNMIc support horizontal scaling. Only the inventory file changes.</a:t>
            </a:r>
          </a:p>
          <a:p/>
          <a:p>
            <a:r>
              <a:t>Q: Why OpenConfig for telemetry but native YANG for config?</a:t>
            </a:r>
          </a:p>
          <a:p>
            <a:r>
              <a:t>A: OpenConfig telemetry gives vendor-neutral dashboards. But OpenConfig config support is incomplete — SR Linux doesn't support EVPN via OpenConfig. Native YANG gives full feature access.</a:t>
            </a:r>
          </a:p>
          <a:p/>
          <a:p>
            <a:r>
              <a:t>Q: What about the SR Linux rate limit?</a:t>
            </a:r>
          </a:p>
          <a:p>
            <a:r>
              <a:t>A: 60 gNMI connections/minute for CPU protection. We batch operations into single gnmic calls using Jinja2 loops. Reduced from ~50 to ~15 connections per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Production Network Testing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Multi-Vendor Datacenter Automation with gNMI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Deploy  •  Configure  •  Monitor  •  Validate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Datacenter network automation is fragmented — every vendor has its own CLI, API, data models, and metric formats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Testing network changes in production is risky — no safe place to iterate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Monitoring across vendors requires vendor-specific dashboards and queries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Configuration validation is manual and error-prone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• Existing platforms that integrate these functions are typically vendor-locked, proprietary, or expensive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"How do you test a BGP configuration change across 4 different vendor types</a:t>
            </a:r>
            <a:br/>
            <a:r>
              <a:t>before pushing to production?"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Unmet Needs in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Multi-vendor gNMI automation — very little reference material for cross-vendor gNMI config with a single dispatcher pattern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Telemetry normalization — mapping vendor-specific metric names to universal names barely exists as reusable examples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Validation as code — industry embraced config-as-code, but validation is still 'SSH in and check'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Laptop-runnable multi-vendor lab — most Containerlab examples are single-vendor or topology-only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Not competing with CloudVision, Apstra, or NSO.</a:t>
            </a:r>
            <a:br/>
            <a:r>
              <a:t>Showing what's possible with open-source tools and gNMI. The integration across vendors is the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This Project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2 spine switches (route reflectors) + 4 leaf switches + 4 clients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Full CLOS fabric: OSPF underlay, iBGP overlay, EVPN/VXLAN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4 vendors: Nokia SR Linux, Arista cEOS, SONiC, Juniper cRPD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Runs on a laptop via Containerlab + OrbStack (macOS ARM)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• Everything is infrastructure-as-code, version controlled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FF"/>
                </a:solidFill>
                <a:latin typeface="Calibri"/>
              </a:defRPr>
            </a:pPr>
            <a:r>
              <a:t>Demo: ./lab start  →  containers come up in ~2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Architecture</a:t>
            </a:r>
          </a:p>
        </p:txBody>
      </p:sp>
      <p:pic>
        <p:nvPicPr>
          <p:cNvPr id="3" name="Picture 2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99999"/>
                </a:solidFill>
                <a:latin typeface="Calibri"/>
              </a:defRPr>
            </a:pPr>
            <a:r>
              <a:t>• gNMI: single transport for config, telemetry, validation</a:t>
            </a:r>
          </a:p>
          <a:p>
            <a:pPr>
              <a:spcAft>
                <a:spcPts val="800"/>
              </a:spcAft>
              <a:defRPr sz="1400">
                <a:solidFill>
                  <a:srgbClr val="999999"/>
                </a:solidFill>
                <a:latin typeface="Calibri"/>
              </a:defRPr>
            </a:pPr>
            <a:r>
              <a:t>• OpenConfig for telemetry, native YANG for config</a:t>
            </a:r>
          </a:p>
          <a:p>
            <a:pPr>
              <a:spcAft>
                <a:spcPts val="800"/>
              </a:spcAft>
              <a:defRPr sz="1400">
                <a:solidFill>
                  <a:srgbClr val="999999"/>
                </a:solidFill>
                <a:latin typeface="Calibri"/>
              </a:defRPr>
            </a:pPr>
            <a:r>
              <a:t>• Dispatcher pattern auto-routes to vendor-specific roles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Multi-Vendor Dispatcher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1. Dynamic inventory queries gNMI capabilities from each device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2. OS detected automatically (srlinux, eos, sonic, junos)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3. site.yml uses conditionals to route to vendor-specific roles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4. Same playbook, same variables, different vendors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657600"/>
            <a:ext cx="9144000" cy="22860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A0E8AF"/>
                </a:solidFill>
                <a:latin typeface="Courier New"/>
              </a:defRPr>
            </a:pPr>
            <a:r>
              <a:t>- name: Configure SR Linux</a:t>
            </a:r>
            <a:br/>
            <a:r>
              <a:t>  include_role: { name: gnmi_interfaces }</a:t>
            </a:r>
            <a:br/>
            <a:r>
              <a:t>  when: ansible_network_os == 'nokia.srlinux'</a:t>
            </a:r>
            <a:br/>
            <a:br/>
            <a:r>
              <a:t>- name: Configure Arista</a:t>
            </a:r>
            <a:br/>
            <a:r>
              <a:t>  include_role: { name: eos_interfaces }</a:t>
            </a:r>
            <a:br/>
            <a:r>
              <a:t>  when: ansible_network_os == 'arista.eos'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EVPN/VXLAN Fabric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OSPF provides underlay reachability between loopbacks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iBGP with route reflectors (spines) distributes EVPN routes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VXLAN tunnels extend L2 domains across the fabric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5 tenant VLANs mapped to VNIs (10010–10050), 2 L3 VRFs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• Data model in group_vars/leafs.yml — change YAML, re-run playbook, fabric reconfigures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FF"/>
                </a:solidFill>
                <a:latin typeface="Calibri"/>
              </a:defRPr>
            </a:pPr>
            <a:r>
              <a:t>Demo: ping 10.10.100.12 — traffic traverses leaf1 → spine → leaf2 via VXLAN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Telemetry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Two-tier telemetry: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Tier 1: OpenConfig paths (vendor-neutral)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Tier 2: Native vendor paths (OSPF, EVPN)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Normalization pipeline: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gNMIc collects via gNMI SUBSCRIBE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Event processors → universal metric names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network_interface_in_octets works for all vendors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9 Grafana dashboards: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Universal Interfaces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Universal BGP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Universal LLDP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Interface Performance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BGP / OSPF / EVPN Stability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Network Congestion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Vendor SR Linux (native drill-down)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alibri"/>
              </a:defRPr>
            </a:pPr>
            <a:r>
              <a:t>Demo: Open Grafana at localhost:3000 — Universal Interfaces dashboard with all vendors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Validation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Custom gnmi_validate Ansible module: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pygnmi queries device state via gNMI GET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Compares actual state vs expected state from inventory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Supports OpenConfig + vendor-native YANG (origin field)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Structured pass/fail with diffs and remediation hints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Validation playbooks: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validate-bgp.yml — BGP sessions ESTABLISHED?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validate-evpn.yml — EVPN routes advertised/received?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validate-lldp.yml — LLDP neighbors match topology?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• validate-interfaces.yml — interfaces oper-up?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alibri"/>
              </a:defRPr>
            </a:pPr>
            <a:r>
              <a:t>Demo: Run validation → break something → re-validate → see failure + remediation hint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Production Portability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Everything built here transfers directly to production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2011680"/>
          <a:ext cx="9601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Lab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What Changes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Ansible playbooks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Nothing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Grafana dashboards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Nothing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gNMI subscriptions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Nothing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Validation checks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Nothing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Inventory file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containerlab IPs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datacenter IPs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Only this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Calibri"/>
              </a:defRPr>
            </a:pPr>
            <a:r>
              <a:t>develop in lab  →  validate  →  update inventory  →  run same playbook against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Engineering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SR Linux gNMI Rate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60 connections/minute per device. Solved by batching gNMI SET operations into single calls with multiple update-path/update-value pairs using Jinja2 loops. Reduced ~50 connections per host to ~15.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OpenConfig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SR Linux doesn't expose OSPF or EVPN via OpenConfig. Solution: dual-schema approach using the gNMI origin field — OpenConfig for telemetry, native YANG for config.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Metric Normalization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4 vendors × different path formats × different naming conventions. Built a normalization pipeline in gNMIc that produces identical metric names regardless of source vendor.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Building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99999"/>
                </a:solidFill>
                <a:latin typeface="Calibri"/>
              </a:defRPr>
            </a:pPr>
            <a:r>
              <a:t>18 weeks estimated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Calibri"/>
              </a:defRPr>
            </a:pPr>
            <a:r>
              <a:t>~4 days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50 commits  •  12–15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• Cross-domain knowledge on tap — Ansible, gNMI,</a:t>
            </a:r>
            <a:br/>
            <a:r>
              <a:t>  YANG, 4 vendor CLIs, Python, Grafana, Docker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• Faster iteration on vendor-specific quirks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• Documentation stays current — docs updated</a:t>
            </a:r>
            <a:br/>
            <a:r>
              <a:t>  with every code change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• Spec-driven development — requirements → design</a:t>
            </a:r>
            <a:br/>
            <a:r>
              <a:t>  → tasks before writing code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• Honest feedback loop — AI challenges assumptions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• Clean commit discipline — conventional commits,</a:t>
            </a:r>
            <a:br/>
            <a:r>
              <a:t>  pre-commit hooks, push after every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didn't replace network engineering expertise — it amplified execution across domains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CI/CD &amp;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1. Lint</a:t>
            </a:r>
          </a:p>
          <a:p>
            <a:pPr algn="ctr">
              <a:defRPr sz="1500">
                <a:solidFill>
                  <a:srgbClr val="CCCCCC"/>
                </a:solidFill>
                <a:latin typeface="Calibri"/>
              </a:defRPr>
            </a:pPr>
            <a:r>
              <a:t>Ruff, Mypy, yamllint,</a:t>
            </a:r>
            <a:br/>
            <a:r>
              <a:t>ShellCheck, ansible-lint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0040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2. Security</a:t>
            </a:r>
          </a:p>
          <a:p>
            <a:pPr algn="ctr">
              <a:defRPr sz="1500">
                <a:solidFill>
                  <a:srgbClr val="CCCCCC"/>
                </a:solidFill>
                <a:latin typeface="Calibri"/>
              </a:defRPr>
            </a:pPr>
            <a:r>
              <a:t>Bandit, Trivy, Checkov,</a:t>
            </a:r>
            <a:br/>
            <a:r>
              <a:t>Gitleaks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0040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3. Tests</a:t>
            </a:r>
          </a:p>
          <a:p>
            <a:pPr algn="ctr">
              <a:defRPr sz="1500">
                <a:solidFill>
                  <a:srgbClr val="CCCCCC"/>
                </a:solidFill>
                <a:latin typeface="Calibri"/>
              </a:defRPr>
            </a:pPr>
            <a:r>
              <a:t>Unit + Property-based</a:t>
            </a:r>
            <a:br/>
            <a:r>
              <a:t>(Hypothesis)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• Unit tests: deployment, configuration, telemetry, validation, state management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• Property-based tests: state management invariants, telemetry properties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• Integration tests: end-to-end workflows, multi-vendor, monitoring stack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• Pre-commit hooks enforce all lint + security checks locally before push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Key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Vendors supported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 (SR Linux, Arista, SONiC, Juniper)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Network devices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6 (2 spines + 4 leafs)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Client nodes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Ansible roles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Grafana dashboards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Telemetry metrics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~1,560 OpenConfig + native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Validation checks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5 categories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CI pipeline stages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3 (lint, security, tests)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Tenant VLANs / L3 VRFs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5 VLANs (VNI 10010–10050) / 2 VRFs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Design estimate vs actual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18 weeks → 4 days with AI</a:t>
                      </a:r>
                    </a:p>
                  </a:txBody>
                  <a:tcPr>
                    <a:solidFill>
                      <a:srgbClr val="1B23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Live Demo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1.  Show topology.yml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2.  Deploy: ./lab start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3.  Show running containers: ./lab status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4.  Configure fabric: ansible-playbook site.yml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5.  Verify OSPF + BGP neighbors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6.  Test client connectivity via EVPN/VXLAN (ping)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7.  Show Grafana dashboards (localhost:3000)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8.  Run validation playbook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9.  Break something → re-validate → see failure + remediation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10. Fix it → re-validate → all green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Production Network Testing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